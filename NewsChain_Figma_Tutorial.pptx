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NewsChain Mobile App Prototype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Sho Ogawa</a:t>
            </a:r>
          </a:p>
          <a:p>
            <a:r>
              <a:t>Course: CSIS-3375</a:t>
            </a:r>
          </a:p>
          <a:p>
            <a:r>
              <a:t>Topic: Figma Mobile App Prototype Tutorial</a:t>
            </a:r>
          </a:p>
          <a:p>
            <a:r>
              <a:t>App: NewsChain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NewsChain?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Narrative-driven news application</a:t>
            </a:r>
          </a:p>
          <a:p>
            <a:r>
              <a:t>• Starts from outcome and rewinds timeline</a:t>
            </a:r>
          </a:p>
          <a:p>
            <a:r>
              <a:t>• Shows cause-and-effect relationships</a:t>
            </a:r>
          </a:p>
          <a:p>
            <a:r>
              <a:t>• Helps users understand news deeply</a:t>
            </a:r>
          </a:p>
          <a:p>
            <a:r>
              <a:t>• Improves critical thinking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 clear timeline navigation</a:t>
            </a:r>
          </a:p>
          <a:p>
            <a:r>
              <a:t>• Visualize cause-and-effect relationships</a:t>
            </a:r>
          </a:p>
          <a:p>
            <a:r>
              <a:t>• Create clean and simple mobile UI</a:t>
            </a:r>
          </a:p>
          <a:p>
            <a:r>
              <a:t>• Improve user understanding of news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Figma for UI design</a:t>
            </a:r>
          </a:p>
          <a:p>
            <a:r>
              <a:t>• Figma Prototype mode for interaction</a:t>
            </a:r>
          </a:p>
          <a:p>
            <a:r>
              <a:t>• Mobile frame (iPhone 14 size)</a:t>
            </a:r>
          </a:p>
          <a:p>
            <a:r>
              <a:t>• PowerPoint for tutorial slides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Screens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 Screen</a:t>
            </a:r>
          </a:p>
          <a:p>
            <a:r>
              <a:t>• Timeline Screen</a:t>
            </a:r>
          </a:p>
          <a:p>
            <a:r>
              <a:t>• Event Detail Screen</a:t>
            </a:r>
          </a:p>
          <a:p>
            <a:r>
              <a:t>• Cause-Effect Screen</a:t>
            </a:r>
          </a:p>
          <a:p>
            <a:r>
              <a:t>• Sources Screen</a:t>
            </a:r>
          </a:p>
          <a:p/>
          <a:p>
            <a:r>
              <a:t>(Add screenshots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main outcome</a:t>
            </a:r>
          </a:p>
          <a:p>
            <a:r>
              <a:t>• Entry point of the app</a:t>
            </a:r>
          </a:p>
          <a:p>
            <a:r>
              <a:t>• Explore Timeline button</a:t>
            </a:r>
          </a:p>
          <a:p/>
          <a:p>
            <a:r>
              <a:t>(Add Figma screenshot)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Shows connected event chain</a:t>
            </a:r>
          </a:p>
          <a:p>
            <a:r>
              <a:t>• Allows users to navigate past events</a:t>
            </a:r>
          </a:p>
          <a:p>
            <a:r>
              <a:t>• Visual timeline structure</a:t>
            </a:r>
          </a:p>
          <a:p/>
          <a:p>
            <a:r>
              <a:t>(Add Figma screenshot)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Cause-Effect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Shows relationship between events</a:t>
            </a:r>
          </a:p>
          <a:p>
            <a:r>
              <a:t>• Helps users understand causes</a:t>
            </a:r>
          </a:p>
          <a:p>
            <a:r>
              <a:t>• Knowledge graph inspired design</a:t>
            </a:r>
          </a:p>
          <a:p/>
          <a:p>
            <a:r>
              <a:t>(Add Figma screenshot)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can click buttons</a:t>
            </a:r>
          </a:p>
          <a:p>
            <a:r>
              <a:t>• Navigate between screens</a:t>
            </a:r>
          </a:p>
          <a:p>
            <a:r>
              <a:t>• Interactive mobile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Figma enables rapid mobile prototyping</a:t>
            </a:r>
          </a:p>
          <a:p>
            <a:r>
              <a:t>• NewsChain improves news understanding</a:t>
            </a:r>
          </a:p>
          <a:p>
            <a:r>
              <a:t>• Timeline and cause-effect design enhances UX</a:t>
            </a:r>
          </a:p>
          <a:p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